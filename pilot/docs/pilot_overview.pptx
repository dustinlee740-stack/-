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WORKSHOP · v1 (MVP)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4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코나카드 영향 분석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새 요건 한 줄 → 손대야 할 컴포넌트 후보를 도출하는 사람·AI 협업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9AA0A6"/>
                </a:solidFill>
                <a:latin typeface="Pretendard"/>
                <a:ea typeface="Pretendard"/>
                <a:cs typeface="Pretendard"/>
              </a:rPr>
              <a:t>D:\da\pilot · v1 (MVP)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1371600" cy="9601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373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1945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 줄 요약 · 풀려는 문제 · 왜 어렵나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1965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3 —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371600" cy="9601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803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도구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3375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셋이 분담 · 폴더 구조 · 분석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3108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6 —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40"/>
            <a:ext cx="1371600" cy="9601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233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사례와 함정 9가지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805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SP_001 47→19 · 함정 ①~⑨ · 한 가지 질문으로 수렴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4251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9 — 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371600" cy="9601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1663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핵심 모형과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62356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정책 vs 원장 · KOD↔원장 도식 · 예외 셋 · 정정 루프 ·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5394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20 —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1 ·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한 줄 요약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011680"/>
            <a:ext cx="11094415" cy="2011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19456" bIns="219456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새 요건 한 문장 →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컴포넌트 208개 중 손대야 할 후보를 추려주는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MVP — 수동 요청 / 컴포넌트 단위. v2 — API 연동 자동 + 테이블·컬럼·API List 단위로 고도화 예정.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1 ·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풀려는 문제 — 구체 예시 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코나카드 시스템은 컴포넌트 208개로 쪼개져 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각 컴포넌트에 이름·설명·분류가 붙어 있고 components.xlsx 에 들어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06040"/>
            <a:ext cx="10180015" cy="1554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 bIns="16459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요건 예시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“ 본인인증 한 회원에 한해서 선불카드 1일 충전 한도를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50만원에서 100만원으로 올려달라. 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질문 — 이 한 문장 때문에 컴포넌트 208개 중 어떤 것을 손봐야 하는가?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이게 이 워크스페이스가 풀려는 단 하나의 문제다.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1 ·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왜 어렵나 — 3가지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167335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208개를 사람이 다 훑을 수 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— 한 명이 모든 도메인을 알지도 못한다.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6032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자동으로 알아낼 방법이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— 코드·위키·API 명세서 어디에도 컴포넌트 간 연결 고리가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28416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— 각 컴포넌트 담당자조차 전체 도식을 모른다.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313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단어만 매칭하면 망한다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15384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— "한도"라는 단어가 설명에 있다고 다 영향은 아니다.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9432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— 한도값을 들고 있는 컴포넌트 / 받기만 하는 컴포넌트 / 그냥 한 번 거론된 컴포넌트가 다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2 · 도구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어떻게 풀었나 — 셋이 분담한다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868680"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누가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뭘 하나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파이썬 스크립트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208개 카탈로그를 읽기 좋게 정리만 한다.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점수도 안 매기고 추론도 안 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요건 본문과 정리된 카탈로그를 같이 읽고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어느 컴포넌트를 건드려야 하는지 추론한다.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결과를 보고 틀린 것을 정정한다.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정정 내용은 로그에 누적해서 다음 분석에 쓴다.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92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핵심 — AI는 한 번에 정답을 못 낸다.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그래서 사람이 정정 → 정정 사유가 쌓임 → 다음 분석은 그 위에서 출발 하는 루프로 돌린다.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2 · 도구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폴더 안에 뭐가 있나 (D:\da\pilot)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374"/>
                <a:gridCol w="7132123"/>
                <a:gridCol w="1584916"/>
              </a:tblGrid>
              <a:tr h="438912"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뭔가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누가 만드나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components.xlsx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컴포넌트 208개 원본 (이름·설명·분류)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xlsx_to_md.py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xlsx → 사람용 md 변환 스크립트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바이브 코딩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components.md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사람이 읽는 카탈로그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impact.py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xlsx → AI용 압축 카탈로그 변환 스크립트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바이브 코딩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impact_context.md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AI가 빨리 훑는 압축 카탈로그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reqs/&lt;요건&gt;.md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분석할 새 요건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impact_&lt;요건&gt;.md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 결과 (어느 컴포넌트가 영향)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impact_log.jsonl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 호출 누적 로그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절차서 + 정정으로 배운 함정 9가지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스크립트가 둘인 이유 — 사람이 읽는 카탈로그와 AI가 빨리 훑는 카탈로그는 목적이 달라서 따로 만든다.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2 · 도구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분석 한 번이 어떻게 흘러가나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9047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정보 업데이트 체크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impact_context.md 가 components.xlsx 보다 오래됐으면 python impact.py 로 다시 만든다.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9631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자료 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98648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AI가 요건 본문 + 압축 카탈로그를 같이 읽는다.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0215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분류 좁히기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04488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 요건이 건드릴 만한 영역이 어디? 보수적으로 넓게 잡는다 (대개 8~16개 분류).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0799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컴포넌트별 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910328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분류 안의 모든 컴포넌트를 하나씩 보면서 “이 컴포넌트 자체를 고쳐야 하는가?”를 묻는다. TOP-N 자르기 안 함.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532120"/>
            <a:ext cx="640080" cy="6400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1383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저장 +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916168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결과는 impact_&lt;요건&gt;.md , 호출 한 줄은 impact_log.jsonl 에 추가.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사례와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왜 한 번에 안 됐나 — SP_001 사례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요건: "본인인증 회원에 한해 선불카드 1일 충전 한도 50→100만원"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767" y="2286000"/>
            <a:ext cx="3291840" cy="21945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767" y="2468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1차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278892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3977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AI가 영향이라고 잡은 컴포넌트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2286000"/>
            <a:ext cx="3291840" cy="21945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49927" y="2468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6번 정정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278892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200" b="1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9927" y="3977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사람이 함정을 짚어 정정 누적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087" y="2286000"/>
            <a:ext cx="3291840" cy="21945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16087" y="2468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최종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6087" y="278892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087" y="3977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실제 영향 컴포넌트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94415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28개가 잘못 잡혔다. 무엇을 잘못 봤는지 — 다음 9장에서 함정 ①~⑨로 정리.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카탈로그 어휘 매칭 — "단어가 같다 =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CVS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카탈로그에 "충전한도 상향 시 사용"이라고 적힌 컴포넌트(CVS)가 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"본 요건이 정확히 충전한도 상향이네!" 하고 1순위로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카탈로그에 그렇게 적힌 이유는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"신분증 인증이 충전한도 상향의 *방법*"이기 때문.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본 요건은 한도값 을 바꾸는 것이지 *인증과는 관계 없음*.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CVS는 무관.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단어가 겹쳐도, 그 컴포넌트가 본 요건의 변경 행위 에 해당하는지를 한 단계 더 풀어봐야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호출 vs 변경 — "흐름에 등장 =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CMS · MAP · DCP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카드 충전이 일어날 때 CMS(카드 상태), MAP(회원 상태), DCP(모바일 카드 상태)를 호출한다.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AI는 "충전 한도가 바뀌면 이것들도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충전을 위해 각 상태를 *확인하려고* 호출이 일어날 뿐.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한도값이 바뀌어도 CMS·MAP·DCP의 코드/설정은 바뀌지 않는다.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셋 다 영향 아님.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"흐름에 등장하는가"가 아니라 "이 컴포넌트의 코드/설정을 직접 고치는가"를 물어야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도메인 원장 식별 — "거래 원장 = 결제든 충전이든 IAS"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"충전도 거래니까 거래 원장 IAS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도메인마다 원장이 다르다 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결제 = IAS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충전 = CS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환불 = 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카드 = CMS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본 요건(충전)의 원장은 CS. IAS는 raw data를 받아 적재만 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한도값이 바뀌어도 IAS 코드는 안 바뀐다.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한 도메인의 정책 변경은 *그 도메인 원장*에만 집중된다. 다른 원장은 raw data 적재만 받는다.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정책 = KOD, 원장 = 적용자 (가장 중요한 함정)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"충전 한도면 충전 원장 CS 가 정책 본체"라고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한도/수수료/우선순위/할인 등 *대부분의 정책*은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KOD_ITN / KOD_ETN 가 들고 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원장(CS · IAS · RS · CMS)은 KOD 정책을 받아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*적용한 결과*만 자기 DB에 적재한다.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(예외 — AML=A-Safe(외부) · 이상탐지=FDS/KFDS · 쿠폰=KCPS)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정책 변경 요건의 1차 영향 은 KOD, 2차 영향 은 원장. 사유에 "KOD 정책 변경 → 원장 적용" 관계를 명시.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by-pass 라우팅 — "흐름이 통과한다 =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PP · VVAN · EGS · BGS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충전·결제 흐름이 이들을 통과한다.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AI는 "흐름에 들어 있으니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이들은 API Response를 *그대로 통과시키는* 라우팅·검증 계층.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정책값이 바뀌어도 자체 코드/설정은 바뀌지 않는다.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"흐름이 지나간다"가 아니라 "라우팅 컴포넌트의 코드/설정 변경이 *필요한가*"를 따로 물어야 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인증 실행 vs 결과 조회 — "본인인증 단어 =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NICE-CORE · NCS · CVS · UIS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본 요건이 "본인인증 완료 사용자"를 조건으로 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AI는 "그러면 인증 컴포넌트 다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이들은 본인인증을 *실행*하는 컴포넌트.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본 요건은 인증 *결과를 조회*만 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인증 실행 자체는 변경 없음.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"본인인증" 단어가 등장한다고 인증 컴포넌트를 다 잡지 말 것. 인증을 *수행*하게 만드는지, *결과를 사용*만 하는지 구분.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통계/집계는 원장 데이터 의존 — "통계가 변할 = 통계 컴포넌트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SAS · CBSS · TBOSB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"한도가 바뀌면 통계도 바뀌니 통계 컴포넌트 다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이들은 원장 데이터를 받아 *적재만* 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원장이 잘 적재해 주면 통계는 *자동으로* 새 값이 들어간다.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→ 통계 변화는 *자연스러운 결과*.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통계 컴포넌트 자체에 *새 지표·차원·집계 로직*이 명시적으로 요건에 포함된 경우에만 영향.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인프라 일반론 — "변경이 일어난다 = 인프라도 다 영향"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대표 사례 — KAFKA · SCC · KMS · AGS · KAS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"API가 추가되니 인프라도 다 영향"이라고 잡았다.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이들 인프라는 정책 변경의 *직접 영향*을 받지 않는다.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메시지 흐름이 새로 추가 되거나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설정이 해당 컴포넌트가 관리 하는 것이거나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키 정책 자체가 변경 되는 경우에만 영향.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그냥 "API 추가됨" 정도로 인프라를 다 잡지 말 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운영 데스크 짝 — "KOD_ITN만 잡으면 됨" 아님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362895" y="457200"/>
            <a:ext cx="12801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함정 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AI가 잘못 잡은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한도 정책 본체로 KOD_ITN만 잡고 KOD_ETN을 빠뜨렸다.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(이번엔 false negative — 누락 사례)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364327" cy="3749039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9164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907127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정책 등록/관리 영향이면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KOD_ITN(내부)와 KOD_ETN(외부)이 짝으로 함께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정책 정보를 제공한다.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한쪽만 잡으면 누락.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(다른 짝 쌍 — 챗봇 코어/프론트, 알림 본체/라우팅 등도 동일)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399"/>
            <a:ext cx="11094415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37160" wrap="square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정책 본체가 등장하면 짝도 같이 검토.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3 · 함정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9가지 함정 → 단 하나의 질문으로 수렴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463040" y="1691640"/>
            <a:ext cx="9265615" cy="17830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 bIns="164592" wrap="square"/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2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이 컴포넌트가 본 요건에서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2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변경의 주체 인가, 아니면 흐름에 등장만 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9587" y="3931920"/>
            <a:ext cx="201168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등장한다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9867" y="3931920"/>
            <a:ext cx="201168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매칭된다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3931920"/>
            <a:ext cx="201168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호출된다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0427" y="3931920"/>
            <a:ext cx="201168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통과한다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위 네 가지를 *변경의 주체* 로 착각하는 패턴 = 함정 ①~⑨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분석 시 9개 필터를 순서대로 통과시키면 false positive가 크게 줄어든다.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4 · 핵심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가장 중요한 한 가지 — 정책과 원장의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11094415" cy="12801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 bIns="164592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정책은 KOD가 들고 있다.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원장은 그 정책을 받아 적용한 결과를 적재할 뿐이다.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64327" cy="24688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KOD = 정책의 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48156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한도 / 수수료 / 우선순위 / 할인 같은 정책이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데이터로 KOD에 들어 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KOD_ITN — 내부용 운영 데스크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KOD_ETN — 외부용 운영 데스크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291840"/>
            <a:ext cx="5364327" cy="24688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53047" y="352044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도메인 원장 = 적용자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023360"/>
            <a:ext cx="48156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충전 = CS / 결제 = IAS / 환불 = RS / 카드 = CMS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정책을 KOD에서 받아 거래에 *적용*하고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결과를 자기 DB에 *적재*만 한다.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한도 50→100 변경 시 1차 = KOD, 2차 = CS · 흐름 컴포넌트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이걸 모르면 "원장이 핵심이지" 하고 IAS·CMS를 잘못 1순위로 잡게 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4 · 핵심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KOD ↔ 원장 — 정책과 적용의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67047" y="1691640"/>
            <a:ext cx="3657600" cy="100584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82296" bIns="82296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KOD_ITN / KOD_ETN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정책의 주인 (한도·수수료·우선순위·할인)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1차 영향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86787" y="2697480"/>
            <a:ext cx="3909060" cy="160020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43787" y="4297680"/>
            <a:ext cx="2286000" cy="12801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결제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IAS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(Issuer Authorization)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792827" y="2697480"/>
            <a:ext cx="1303020" cy="160020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49827" y="4297680"/>
            <a:ext cx="2286000" cy="12801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충전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CS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(Charge Service)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2697480"/>
            <a:ext cx="1303020" cy="160020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5867" y="4297680"/>
            <a:ext cx="2286000" cy="12801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환불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RS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(Refund Service)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2697480"/>
            <a:ext cx="3909060" cy="160020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61907" y="4297680"/>
            <a:ext cx="2286000" cy="12801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카드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CMS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(Card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2차 영향 — 정책을 받아 *적용한 결과*만 적재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정책은 KOD가 들고 있다. 원장은 그 정책을 받아 적용한 결과를 적재할 뿐이다.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4 · 핵심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단, 예외 셋 — 정책의 본체가 KOD가 아닌 도메인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3413666"/>
                <a:gridCol w="5120499"/>
              </a:tblGrid>
              <a:tr h="868680"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도메인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정책 주인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AML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(자금세탁방지)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외부 솔루션 A-Safe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(우리 시스템 밖)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AMLS는 A-Safe ↔ 코나 사이 중재 어댑터.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정책 본체 아님.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이상탐지 룰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FDS / KFDS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FDS = 기존 룰 수행 (룰 추가 불가)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KFDS = 신규 룰 추가 + 수행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868680"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쿠폰 정책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KCPS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(KonaCard 쿠폰 시스템)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외부/내부 쿠폰 발행·취소·정책을 함께 보유.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555B6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KOD 아님.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 예외도 모두 정정 과정에서 사용자가 알려줘서 새겨진 학습이다.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4 · 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정정 루프 — 학습이 누적되는 방식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3707" y="2331720"/>
            <a:ext cx="1783080" cy="11430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요건 파일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23947" y="2331720"/>
            <a:ext cx="1783080" cy="11430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AI 분석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(함정 9 적용)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187" y="2331720"/>
            <a:ext cx="1783080" cy="11430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결과 산출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impact_X.md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2331720"/>
            <a:ext cx="1783080" cy="1143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 검토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 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4667" y="2331720"/>
            <a:ext cx="1783080" cy="11430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로그 누적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impact_log.jsonl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4907" y="2331720"/>
            <a:ext cx="1783080" cy="11430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0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일반 원칙은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CLAUDE.md로 승격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86787" y="2903220"/>
            <a:ext cx="137160" cy="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07027" y="2903220"/>
            <a:ext cx="137160" cy="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27267" y="2903220"/>
            <a:ext cx="137160" cy="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47507" y="2903220"/>
            <a:ext cx="137160" cy="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67747" y="2903220"/>
            <a:ext cx="137160" cy="0"/>
          </a:xfrm>
          <a:prstGeom prst="line">
            <a:avLst/>
          </a:prstGeom>
          <a:ln w="15875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977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↻ 다음 분석은 누적된 정정과 승격된 원칙 위에서 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AI는 한 번에 정답을 못 낸다.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사람의 정정이 누적되는 이 로그(IMPACT-INDEX)가 시스템 도식을 점점 채워가는 *유일한* 경로다.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PART 4 · 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지금(MVP)과 다음(v2)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MVP — 지금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입력 — 사람이 요건 .md 파일로 던짐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단위 — 컴포넌트 208개 단위까지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호출 — 수동 (CLI)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학습 — impact_log.jsonl + CLAUDE.md 정정 누적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결과는 비결정적 (호출마다 약간 다름)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머티리얼이 오래되면 누락 위험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외부 시스템 미참조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사람 검토 *필수* — 후보군일 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53047" y="178308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v2 — 앞으로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입력 — 요건 등록 시스템과 API 연동 (자동 트리거)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단위 — 컴포넌트 + *테이블 · 컬럼 · API List* 까지 확장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호출 — 자동 (요건 등록과 동시에)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학습 — 동일하게 정정 루프 (사람 검토는 계속 필수)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기대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영향 후보를 더 *세밀*하게 (어느 테이블·어느 API)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영향 분석을 요건 등록 *워크플로우*에 직접 합류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· 정정 누적 → 점점 도식이 채워지는 효과 지속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산출물 형식 — 두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impact_&lt;basename&gt;.md (분석 결과)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헤더 — 요건 파일 경로 · 분석 시각(ISO) ·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도출 분류 수 · 영향 컴포넌트 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## 도출된 분류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대 &gt; 중 &gt; 소 트리. 각 분류 도출 사유 1줄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## 영향 컴포넌트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분류별 그룹. 표: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Name | Full Name | 영향 사유 | components.md 링크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## 검토 메모 (선택)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분류는 도출됐으나 영향 없음으로 판정한 컴포넌트의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누락 사유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53047" y="178308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impact_log.jsonl (호출 누적 로그)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한 줄 = 분석 한 번. 스키마 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"ts": "&lt;ISO&gt;",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"requirement_file": "&lt;absolute path&gt;",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"derived_categories": ["대&gt;중&gt;소", ...],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"impacted": [{"name":"IAS","reason":"..."}],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 "summary": "&lt;1~2문장 요약&gt;"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이 누적이 IMPACT-INDEX 의 실체.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정정 라인은 correction_of: &lt;이전 ts&gt;로 연결.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2A44"/>
                </a:solidFill>
                <a:latin typeface="Pretendard"/>
                <a:ea typeface="Pretendard"/>
                <a:cs typeface="Pretendard"/>
              </a:rPr>
              <a:t>두 스크립트의 역할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9525">
            <a:solidFill>
              <a:srgbClr val="D0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xlsx_to_md.py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역할 — components.xlsx → 사람용 components.md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slugify() — 한글/영숫자/하이픈 슬러그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대/중분류 그룹핑 + TOC + 컴포넌트 상세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호출 시점 — components.xlsx 갱신 시 수동 재실행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(components.md는 자동 생성물 — 직접 편집 금지)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364327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53047" y="178308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7E34"/>
                </a:solidFill>
                <a:latin typeface="Pretendard"/>
                <a:ea typeface="Pretendard"/>
                <a:cs typeface="Pretendard"/>
              </a:rPr>
              <a:t>impact.py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331720"/>
            <a:ext cx="481568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역할 — components.xlsx → AI용 impact_context.md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분류 트리 + 컴포넌트별 한 줄 요약 (100자 cap)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▸ 결정론적, LLM 호출 없음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호출 시점 — components.xlsx 갱신 시,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555B66"/>
                </a:solidFill>
                <a:latin typeface="Pretendard"/>
                <a:ea typeface="Pretendard"/>
                <a:cs typeface="Pretendard"/>
              </a:rPr>
              <a:t>또는 분석 1단계 freshness 확인 후 필요 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